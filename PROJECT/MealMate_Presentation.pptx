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1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98129-61C9-4FAC-9E51-91873C3950B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90EED-B615-4227-B11D-7B43916DE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4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1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2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9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5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3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6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5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9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5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4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5452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38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25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7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64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0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17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973" y="296022"/>
            <a:ext cx="6377940" cy="1293028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FF0000"/>
                </a:solidFill>
              </a:rPr>
              <a:t>Importance of </a:t>
            </a:r>
            <a:r>
              <a:rPr sz="3600" b="1" dirty="0" err="1">
                <a:solidFill>
                  <a:srgbClr val="FF0000"/>
                </a:solidFill>
              </a:rPr>
              <a:t>MealMate</a:t>
            </a:r>
            <a:r>
              <a:rPr sz="3600" b="1" dirty="0">
                <a:solidFill>
                  <a:srgbClr val="FF0000"/>
                </a:solidFill>
              </a:rPr>
              <a:t>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🍽 Provides fast online food ordering</a:t>
            </a:r>
          </a:p>
          <a:p>
            <a:pPr>
              <a:defRPr sz="2000"/>
            </a:pPr>
            <a:r>
              <a:rPr dirty="0"/>
              <a:t>⏳ Saves time by avoiding queues</a:t>
            </a:r>
          </a:p>
          <a:p>
            <a:pPr>
              <a:defRPr sz="2000"/>
            </a:pPr>
            <a:r>
              <a:rPr dirty="0"/>
              <a:t>📱 User-friendly interface</a:t>
            </a:r>
          </a:p>
          <a:p>
            <a:pPr>
              <a:defRPr sz="2000"/>
            </a:pPr>
            <a:r>
              <a:rPr dirty="0"/>
              <a:t>🥗 Multiple food choices available</a:t>
            </a:r>
          </a:p>
          <a:p>
            <a:pPr>
              <a:defRPr sz="2000"/>
            </a:pPr>
            <a:r>
              <a:rPr dirty="0"/>
              <a:t>⚡ Improves convenience and order </a:t>
            </a:r>
            <a:r>
              <a:rPr dirty="0" smtClean="0"/>
              <a:t>speed</a:t>
            </a: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 smtClean="0"/>
          </a:p>
          <a:p>
            <a:pPr marL="0" indent="0">
              <a:buNone/>
              <a:defRPr sz="2000"/>
            </a:pPr>
            <a:endParaRPr lang="en-US" sz="1100" b="1" dirty="0" smtClean="0"/>
          </a:p>
          <a:p>
            <a:pPr marL="0" indent="0">
              <a:buNone/>
              <a:defRPr sz="2000"/>
            </a:pPr>
            <a:r>
              <a:rPr lang="en-US" sz="1200" b="1" dirty="0" smtClean="0"/>
              <a:t>VEDANT SHAH   </a:t>
            </a:r>
            <a:r>
              <a:rPr lang="en-US" sz="1600" b="1" dirty="0" smtClean="0"/>
              <a:t>24C11078</a:t>
            </a:r>
            <a:r>
              <a:rPr lang="en-US" dirty="0" smtClean="0"/>
              <a:t>											          </a:t>
            </a:r>
            <a:r>
              <a:rPr lang="en-US" sz="1200" b="1" dirty="0" smtClean="0"/>
              <a:t>FROM : ITM </a:t>
            </a:r>
            <a:r>
              <a:rPr lang="en-US" sz="1200" b="1" dirty="0" err="1" smtClean="0"/>
              <a:t>sls</a:t>
            </a:r>
            <a:r>
              <a:rPr lang="en-US" sz="1200" b="1" dirty="0" smtClean="0"/>
              <a:t> BARODA UNIVERSITY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788" y="139904"/>
            <a:ext cx="6377940" cy="1293028"/>
          </a:xfrm>
        </p:spPr>
        <p:txBody>
          <a:bodyPr>
            <a:normAutofit/>
          </a:bodyPr>
          <a:lstStyle/>
          <a:p>
            <a:r>
              <a:rPr sz="3600" b="1" dirty="0" smtClean="0">
                <a:solidFill>
                  <a:srgbClr val="00FF00"/>
                </a:solidFill>
              </a:rPr>
              <a:t>Project</a:t>
            </a:r>
            <a:r>
              <a:rPr lang="en-US" sz="3600" b="1" dirty="0" smtClean="0">
                <a:solidFill>
                  <a:srgbClr val="00FF00"/>
                </a:solidFill>
              </a:rPr>
              <a:t> </a:t>
            </a:r>
            <a:r>
              <a:rPr sz="3600" b="1" dirty="0" smtClean="0">
                <a:solidFill>
                  <a:srgbClr val="00FF00"/>
                </a:solidFill>
              </a:rPr>
              <a:t>Functionalities</a:t>
            </a:r>
            <a:endParaRPr sz="3600" b="1" dirty="0">
              <a:solidFill>
                <a:srgbClr val="00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✔ Categorized food sections</a:t>
            </a:r>
          </a:p>
          <a:p>
            <a:pPr>
              <a:defRPr sz="2000"/>
            </a:pPr>
            <a:r>
              <a:rPr dirty="0"/>
              <a:t>✔ Multiple item selection</a:t>
            </a:r>
          </a:p>
          <a:p>
            <a:pPr>
              <a:defRPr sz="2000"/>
            </a:pPr>
            <a:r>
              <a:rPr dirty="0"/>
              <a:t>✔ Auto-generated bill</a:t>
            </a:r>
          </a:p>
          <a:p>
            <a:pPr>
              <a:defRPr sz="2000"/>
            </a:pPr>
            <a:r>
              <a:rPr dirty="0"/>
              <a:t>✔ Order summary display</a:t>
            </a:r>
          </a:p>
          <a:p>
            <a:pPr>
              <a:defRPr sz="2000"/>
            </a:pPr>
            <a:r>
              <a:rPr dirty="0"/>
              <a:t>✔ Reset and order buttons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4" y="27878"/>
            <a:ext cx="6377940" cy="1293028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Project Beneficiaries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🎓 Students</a:t>
            </a:r>
          </a:p>
          <a:p>
            <a:pPr>
              <a:defRPr sz="2000"/>
            </a:pPr>
            <a:r>
              <a:rPr dirty="0"/>
              <a:t>👨‍💼 Working professionals</a:t>
            </a:r>
          </a:p>
          <a:p>
            <a:pPr>
              <a:defRPr sz="2000"/>
            </a:pPr>
            <a:r>
              <a:rPr dirty="0"/>
              <a:t>🏪 Restaurants</a:t>
            </a:r>
          </a:p>
          <a:p>
            <a:pPr>
              <a:defRPr sz="2000"/>
            </a:pPr>
            <a:r>
              <a:rPr dirty="0"/>
              <a:t>👨‍👩‍👦 Public users</a:t>
            </a:r>
          </a:p>
          <a:p>
            <a:pPr>
              <a:defRPr sz="2000"/>
            </a:pPr>
            <a:r>
              <a:rPr dirty="0"/>
              <a:t>💻 Developers / Learners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958" y="206812"/>
            <a:ext cx="6377940" cy="1293028"/>
          </a:xfrm>
        </p:spPr>
        <p:txBody>
          <a:bodyPr/>
          <a:lstStyle/>
          <a:p>
            <a:r>
              <a:rPr dirty="0">
                <a:solidFill>
                  <a:schemeClr val="accent3"/>
                </a:solidFill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🚀 Add online payments</a:t>
            </a:r>
          </a:p>
          <a:p>
            <a:pPr>
              <a:defRPr sz="2000"/>
            </a:pPr>
            <a:r>
              <a:rPr dirty="0"/>
              <a:t>🔐 Add login &amp; account system</a:t>
            </a:r>
          </a:p>
          <a:p>
            <a:pPr>
              <a:defRPr sz="2000"/>
            </a:pPr>
            <a:r>
              <a:rPr dirty="0"/>
              <a:t>📦 Save orders in database</a:t>
            </a:r>
          </a:p>
          <a:p>
            <a:pPr>
              <a:defRPr sz="2000"/>
            </a:pPr>
            <a:r>
              <a:rPr dirty="0"/>
              <a:t>📲 Convert to mobile app</a:t>
            </a:r>
          </a:p>
          <a:p>
            <a:pPr>
              <a:defRPr sz="2000"/>
            </a:pPr>
            <a:r>
              <a:rPr dirty="0"/>
              <a:t>🎁 Add coupons and tracking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104</Words>
  <Application>Microsoft Office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Century Gothic</vt:lpstr>
      <vt:lpstr>Vapor Trail</vt:lpstr>
      <vt:lpstr>Importance of MealMate Website</vt:lpstr>
      <vt:lpstr>Project Functionalities</vt:lpstr>
      <vt:lpstr>Project Beneficiaries</vt:lpstr>
      <vt:lpstr>Project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MealMate Website</dc:title>
  <dc:subject/>
  <dc:creator/>
  <cp:keywords/>
  <dc:description>generated using python-pptx</dc:description>
  <cp:lastModifiedBy>2024</cp:lastModifiedBy>
  <cp:revision>3</cp:revision>
  <dcterms:created xsi:type="dcterms:W3CDTF">2013-01-27T09:14:16Z</dcterms:created>
  <dcterms:modified xsi:type="dcterms:W3CDTF">2025-11-24T13:14:56Z</dcterms:modified>
  <cp:category/>
</cp:coreProperties>
</file>